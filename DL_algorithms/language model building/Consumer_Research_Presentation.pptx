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Understanding Consumer Research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The Science Behind What We Buy</a:t>
            </a:r>
          </a:p>
          <a:p>
            <a:r>
              <a:t>Presenter: Parikshiet Gupta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What is consumer research?</a:t>
            </a:r>
          </a:p>
          <a:p>
            <a:r>
              <a:t>• Why it matters</a:t>
            </a:r>
          </a:p>
          <a:p>
            <a:r>
              <a:t>• Types of research</a:t>
            </a:r>
          </a:p>
          <a:p>
            <a:r>
              <a:t>• Modern trends</a:t>
            </a:r>
          </a:p>
          <a:p>
            <a:r>
              <a:t>• Real-world example</a:t>
            </a:r>
          </a:p>
          <a:p>
            <a:r>
              <a:t>• Quick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Consumer Research?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Systematic study of buyer behaviour, preferences, motivations.</a:t>
            </a:r>
          </a:p>
          <a:p>
            <a:r>
              <a:t>Converts opinions into business decisions.</a:t>
            </a:r>
          </a:p>
          <a:p>
            <a:r>
              <a:t>Helps across product, pricing, promotion, and placement.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Consumer Research Delivers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Product-market fit</a:t>
            </a:r>
          </a:p>
          <a:p>
            <a:r>
              <a:t>• Segmentation &amp; persona definitions</a:t>
            </a:r>
          </a:p>
          <a:p>
            <a:r>
              <a:t>• Pricing sensitivity</a:t>
            </a:r>
          </a:p>
          <a:p>
            <a:r>
              <a:t>• Messaging optimization</a:t>
            </a:r>
          </a:p>
          <a:p/>
          <a:p>
            <a:r>
              <a:t>Example improvements:</a:t>
            </a:r>
          </a:p>
          <a:p>
            <a:r>
              <a:t>Conversion rate: 2.0% → 3.5%</a:t>
            </a:r>
          </a:p>
          <a:p>
            <a:r>
              <a:t>CSAT: 68 → 81</a:t>
            </a:r>
          </a:p>
          <a:p>
            <a:r>
              <a:t>Repeat rate: 12% → 20%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It Matters — Product &amp;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Reduces risk of product failure</a:t>
            </a:r>
          </a:p>
          <a:p>
            <a:r>
              <a:t>• Directs feature priorities</a:t>
            </a:r>
          </a:p>
          <a:p>
            <a:r>
              <a:t>• Validates early concepts</a:t>
            </a:r>
          </a:p>
          <a:p/>
          <a:p>
            <a:r>
              <a:t>Example: 42% of product failures = No market need.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It Matters — Marketing &amp; Loyalty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Improves targeting and ROI</a:t>
            </a:r>
          </a:p>
          <a:p>
            <a:r>
              <a:t>• Refines message relevance</a:t>
            </a:r>
          </a:p>
          <a:p>
            <a:r>
              <a:t>• Builds brand loyalty &amp; CLV</a:t>
            </a:r>
          </a:p>
          <a:p/>
          <a:p>
            <a:r>
              <a:t>Example: Marketing ROI ↑ 40% after persona research.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Types — Qualitative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Focus groups: explore emotions</a:t>
            </a:r>
          </a:p>
          <a:p>
            <a:r>
              <a:t>• Interviews: uncover motivations</a:t>
            </a:r>
          </a:p>
          <a:p>
            <a:r>
              <a:t>• Ethnography: observe real behaviour</a:t>
            </a:r>
          </a:p>
          <a:p/>
          <a:p>
            <a:r>
              <a:t>Depth &gt; breadth → reveals the 'why' behind actions.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Types — Quantitative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Surveys: measure prevalence</a:t>
            </a:r>
          </a:p>
          <a:p>
            <a:r>
              <a:t>• A/B tests: discover causal effects</a:t>
            </a:r>
          </a:p>
          <a:p>
            <a:r>
              <a:t>• Analytics: track digital behaviour</a:t>
            </a:r>
          </a:p>
          <a:p/>
          <a:p>
            <a:r>
              <a:t>Combining qualitative + quantitative gives complete view.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Modern Trends — Big Data &amp;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Predictive segmentation &amp; personalization</a:t>
            </a:r>
          </a:p>
          <a:p>
            <a:r>
              <a:t>• Real-time social listening</a:t>
            </a:r>
          </a:p>
          <a:p>
            <a:r>
              <a:t>• Sentiment analysis</a:t>
            </a:r>
          </a:p>
          <a:p/>
          <a:p>
            <a:r>
              <a:t>Ethical concern: user privacy &amp; consent.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Modern Trends — Neuromarketing &amp;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Eye-tracking, brainwave analysis</a:t>
            </a:r>
          </a:p>
          <a:p>
            <a:r>
              <a:t>• Sustainability and inclusivity matter</a:t>
            </a:r>
          </a:p>
          <a:p>
            <a:r>
              <a:t>• Transparency is key</a:t>
            </a:r>
          </a:p>
          <a:p/>
          <a:p>
            <a:r>
              <a:t>Example: 62% of buyers prefer eco-conscious brands.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 — Starbucks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Used app data + surveys for personalization</a:t>
            </a:r>
          </a:p>
          <a:p>
            <a:r>
              <a:t>• Created loyalty &amp; rewards programs</a:t>
            </a:r>
          </a:p>
          <a:p>
            <a:r>
              <a:t>• App users: 6M → 9M</a:t>
            </a:r>
          </a:p>
          <a:p>
            <a:r>
              <a:t>• Average ticket: $5.20 → $6.10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 — Nike &amp; Coca-Cola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Nike: motivation-based campaigns</a:t>
            </a:r>
          </a:p>
          <a:p>
            <a:r>
              <a:t>• Coca-Cola: 'Share a Coke' personalization</a:t>
            </a:r>
          </a:p>
          <a:p/>
          <a:p>
            <a:r>
              <a:t>Outcomes: awareness ↑, engagement ↑, UGC ↑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— Listen, Learn, 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Consumer research turns uncertainty into strategy</a:t>
            </a:r>
          </a:p>
          <a:p>
            <a:r>
              <a:t>• Mix qualitative &amp; quantitative insights</a:t>
            </a:r>
          </a:p>
          <a:p>
            <a:r>
              <a:t>• Respect ethics while innovating</a:t>
            </a:r>
          </a:p>
          <a:p/>
          <a:p>
            <a:r>
              <a:t>Quote: 'The best marketing doesn’t feel like marketing — because it’s built on understanding.'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